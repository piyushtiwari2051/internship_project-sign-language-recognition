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1. Lugaresi et al., 'MediaPipe: A Framework for Building Perception Pipelines', arXiv:1906.08172, 2019.</a:t>
            </a:r>
          </a:p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2. Hochreiter, S., &amp; Schmidhuber, J., 'Long Short-Term Memory', Neural Computation, 9(8), 1735-1780, 1997.</a:t>
            </a:r>
          </a:p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3. Li, D., et al., 'Word-Level Deep Sign Language Recognition', IEEE/CVF Conference on Computer Vision (CVPR), 2020.</a:t>
            </a:r>
          </a:p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4. Metehan Ozdeniz, 'Sign Language Recognition Dataset &amp; Benchmark', Kaggle Dataset Repository, 2024.</a:t>
            </a:r>
          </a:p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5. Google Keras 3.3 &amp; TensorFlow 2.17 Official Documentation and API Reference, 2026.</a:t>
            </a:r>
          </a:p>
          <a:p>
            <a:pPr>
              <a:spcAft>
                <a:spcPts val="4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6. OpenCV Open Source Computer Vision Library Documentation,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