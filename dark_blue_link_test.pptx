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1906.08172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 MediaPipe Paper: </a:t>
            </a:r>
            <a:r>
              <a:rPr sz="1800" b="1" u="sng">
                <a:solidFill>
                  <a:srgbClr val="0033CC"/>
                </a:solidFill>
                <a:latin typeface="Calibri"/>
                <a:hlinkClick r:id="rId2"/>
              </a:rPr>
              <a:t>https://arxiv.org/abs/1906.08172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