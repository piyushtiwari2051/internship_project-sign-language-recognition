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rxiv.org/abs/1906.08172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Reference 1: </a:t>
            </a:r>
            <a:r>
              <a:rPr>
                <a:solidFill>
                  <a:srgbClr val="0D6EFD"/>
                </a:solidFill>
                <a:hlinkClick r:id="rId2"/>
              </a:rPr>
              <a:t>MediaPipe Paper (arXiv:1906.08172)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